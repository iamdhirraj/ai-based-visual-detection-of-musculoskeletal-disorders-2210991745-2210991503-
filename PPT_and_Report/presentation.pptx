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Musculoskeletal Disorders —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Placeholder slide. Replace with final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